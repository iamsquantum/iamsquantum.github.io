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581" y="6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5F61D-4EBF-6127-7F9C-7E3CC7EF0D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AE3AF8-08BB-882E-4982-930909B9F0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4C2EAE-BB28-4B6E-8DF0-C403DCA0C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A9C24-C705-4F0F-845B-9526E03C7EA7}" type="datetimeFigureOut">
              <a:rPr lang="en-AU" smtClean="0"/>
              <a:t>24/08/2025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DD9AA8-41EA-83C9-F069-B286E5C88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FA2971-BD7C-C98F-AC75-0A94078A6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CAEA7-841C-4001-B5C4-F79E3087985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5110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7CFE89-241C-D76A-1457-6C2666D7B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233343-7995-E1AA-D92D-B5DF881A1D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AA4896-D2BB-12DA-383B-B4D31CEDC6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A9C24-C705-4F0F-845B-9526E03C7EA7}" type="datetimeFigureOut">
              <a:rPr lang="en-AU" smtClean="0"/>
              <a:t>24/08/2025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F8ABCB-2FC0-3A9F-9ED3-96CB7AFED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880FFD-1AAC-EB81-A781-09E14350F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CAEA7-841C-4001-B5C4-F79E3087985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048389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67C377-1E9B-1191-EB6F-EDA01CAF14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05EC8C-6D81-2A12-013C-24E2AD5F6F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9173BE-1D60-C0D3-BF21-888142D239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A9C24-C705-4F0F-845B-9526E03C7EA7}" type="datetimeFigureOut">
              <a:rPr lang="en-AU" smtClean="0"/>
              <a:t>24/08/2025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8AED10-EEFE-9E96-AE69-09AE5DB0C0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475E00-F26A-81C3-D871-9E2CA349D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CAEA7-841C-4001-B5C4-F79E3087985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381523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D1E17-BA5B-A0DC-8CE9-9A073BFD2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CC9FA6-0A13-4772-BB6D-7E66076453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BB0E2C-2368-2CB3-32B7-AC51044FCD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E3F552-515F-B403-7E69-2F680AA50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A9C24-C705-4F0F-845B-9526E03C7EA7}" type="datetimeFigureOut">
              <a:rPr lang="en-AU" smtClean="0"/>
              <a:t>24/08/2025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A09562-0ECB-838F-00F5-F2D82CCE4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124994-EAD3-84AA-F642-F6EA26B99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CAEA7-841C-4001-B5C4-F79E3087985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64555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3809F-4DB6-EE36-C47F-7DFE912378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619747-FFAF-3E8C-25E2-8FA057EDCF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473278-0B35-5FF2-188C-CAB3ED1C0B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7A0413-4E40-BFCB-A136-D7CD20A23E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1D33C5-950E-7D48-B3A4-CC5A6A1538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86F4D25-2B87-B962-D650-656FB3430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A9C24-C705-4F0F-845B-9526E03C7EA7}" type="datetimeFigureOut">
              <a:rPr lang="en-AU" smtClean="0"/>
              <a:t>24/08/2025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315E99-EC94-4339-0393-FE3461ED8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2E2B1AB-9D2F-108C-8F4A-235CDFFF3C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CAEA7-841C-4001-B5C4-F79E3087985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175761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64B60-D28C-B07C-97A7-9416B03D80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FC3BC2-7009-F00E-8370-9C374B1FC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A9C24-C705-4F0F-845B-9526E03C7EA7}" type="datetimeFigureOut">
              <a:rPr lang="en-AU" smtClean="0"/>
              <a:t>24/08/2025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EEBFB9-805D-D004-8465-A0A6932CF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0F255-B628-BB07-88DC-3F338B0F6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CAEA7-841C-4001-B5C4-F79E3087985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24152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6F1310-1763-0A6A-9099-23B4720BB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A9C24-C705-4F0F-845B-9526E03C7EA7}" type="datetimeFigureOut">
              <a:rPr lang="en-AU" smtClean="0"/>
              <a:t>24/08/2025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9B11AE-1E12-90C7-0505-8571FFD87E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5A4AF1-7E74-139E-0EC3-DF5F9343E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CAEA7-841C-4001-B5C4-F79E3087985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560652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AA4B7-CAAF-B832-EC22-D4AD66DB6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8B0E63-3571-0302-491E-869C304DDC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899BBD-23E0-6464-D041-3E0476789D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72624D-3B17-AD5D-64AB-1CDE663EA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A9C24-C705-4F0F-845B-9526E03C7EA7}" type="datetimeFigureOut">
              <a:rPr lang="en-AU" smtClean="0"/>
              <a:t>24/08/2025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8A5B15-06E7-FB89-1028-3EF5D74DF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7D90F0-9795-D0C2-D579-471B361FE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CAEA7-841C-4001-B5C4-F79E3087985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44479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BC3C6-1AE9-BB77-1117-916FC6DC5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A9AB32A-B786-E787-043B-FFFF3545FB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0C4AAC-3719-6BA7-7767-BBFAD17837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1A6768-E9D3-CEAE-BB36-2DEDAB1E0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A9C24-C705-4F0F-845B-9526E03C7EA7}" type="datetimeFigureOut">
              <a:rPr lang="en-AU" smtClean="0"/>
              <a:t>24/08/2025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EF04DB-5F0A-2C6B-4CB8-F291CCAE08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DAD494-9DAC-D11F-C179-CED2486F4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CAEA7-841C-4001-B5C4-F79E3087985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610847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3AC19-065E-8649-69D3-F4FC9CFE1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E9AB0F-A253-7283-6428-D4AD7C11CC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112AA8-47AA-F4A6-2E8E-F4EF75E5C9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A9C24-C705-4F0F-845B-9526E03C7EA7}" type="datetimeFigureOut">
              <a:rPr lang="en-AU" smtClean="0"/>
              <a:t>24/08/2025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ACF40B-3F29-21D8-94AA-904EA2ABAE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40A82C-9528-EBD6-7B5E-098F96BCF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CAEA7-841C-4001-B5C4-F79E3087985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933734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DF2576-76D1-25DC-2C4E-B4E7C9C114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84C1C3-367B-234D-75A0-28971E393E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05D5B5-CF4D-9A67-7B6B-C42AD986C4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A9C24-C705-4F0F-845B-9526E03C7EA7}" type="datetimeFigureOut">
              <a:rPr lang="en-AU" smtClean="0"/>
              <a:t>24/08/2025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ACE941-C776-1D2F-2004-5EF6E816F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D9AD1B-AFC7-CF08-7E9D-59D1F1E77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CAEA7-841C-4001-B5C4-F79E3087985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755400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610649D-CC10-C44A-6B38-F6465BB183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F7F088-A873-BD80-72A8-D2B1DB6D25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CD490F-A854-C02A-A386-BEB40A4E17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EA9C24-C705-4F0F-845B-9526E03C7EA7}" type="datetimeFigureOut">
              <a:rPr lang="en-AU" smtClean="0"/>
              <a:t>24/08/2025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01669F-448E-4E45-9E88-A0E1CFF9A0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F8A545-F2C4-7EDB-4AF9-EF74DCC7D0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3CAEA7-841C-4001-B5C4-F79E3087985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168636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image" Target="../media/image2.jpg"/><Relationship Id="rId7" Type="http://schemas.openxmlformats.org/officeDocument/2006/relationships/image" Target="../media/image6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erson in a green shirt&#10;&#10;AI-generated content may be incorrect.">
            <a:extLst>
              <a:ext uri="{FF2B5EF4-FFF2-40B4-BE49-F238E27FC236}">
                <a16:creationId xmlns:a16="http://schemas.microsoft.com/office/drawing/2014/main" id="{716E87EB-E307-56B1-7229-A7753D0573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17" r="5746"/>
          <a:stretch/>
        </p:blipFill>
        <p:spPr>
          <a:xfrm>
            <a:off x="3875314" y="1595437"/>
            <a:ext cx="1371601" cy="1762125"/>
          </a:xfrm>
          <a:prstGeom prst="rect">
            <a:avLst/>
          </a:prstGeom>
        </p:spPr>
      </p:pic>
      <p:pic>
        <p:nvPicPr>
          <p:cNvPr id="7" name="Picture 6" descr="A close-up of a person smiling&#10;&#10;AI-generated content may be incorrect.">
            <a:extLst>
              <a:ext uri="{FF2B5EF4-FFF2-40B4-BE49-F238E27FC236}">
                <a16:creationId xmlns:a16="http://schemas.microsoft.com/office/drawing/2014/main" id="{28F8E637-8FB1-B83D-ADB0-E37F962F41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2477" y="1595437"/>
            <a:ext cx="1371600" cy="1762125"/>
          </a:xfrm>
          <a:prstGeom prst="rect">
            <a:avLst/>
          </a:prstGeom>
        </p:spPr>
      </p:pic>
      <p:pic>
        <p:nvPicPr>
          <p:cNvPr id="9" name="Picture 8" descr="A child sitting at a table with her hands up&#10;&#10;AI-generated content may be incorrect.">
            <a:extLst>
              <a:ext uri="{FF2B5EF4-FFF2-40B4-BE49-F238E27FC236}">
                <a16:creationId xmlns:a16="http://schemas.microsoft.com/office/drawing/2014/main" id="{B95FF3CB-8C0E-39D8-972E-448116BF6A5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70" t="14191" r="17378" b="34952"/>
          <a:stretch/>
        </p:blipFill>
        <p:spPr>
          <a:xfrm>
            <a:off x="5348152" y="1595437"/>
            <a:ext cx="1371601" cy="1762125"/>
          </a:xfrm>
          <a:prstGeom prst="rect">
            <a:avLst/>
          </a:prstGeom>
        </p:spPr>
      </p:pic>
      <p:pic>
        <p:nvPicPr>
          <p:cNvPr id="11" name="Picture 10" descr="A person smiling at camera&#10;&#10;AI-generated content may be incorrect.">
            <a:extLst>
              <a:ext uri="{FF2B5EF4-FFF2-40B4-BE49-F238E27FC236}">
                <a16:creationId xmlns:a16="http://schemas.microsoft.com/office/drawing/2014/main" id="{F58B627B-159E-2B8A-CFE9-4C1408D6C04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640" y="1595437"/>
            <a:ext cx="1371600" cy="1762125"/>
          </a:xfrm>
          <a:prstGeom prst="rect">
            <a:avLst/>
          </a:prstGeom>
        </p:spPr>
      </p:pic>
      <p:pic>
        <p:nvPicPr>
          <p:cNvPr id="13" name="Picture 12" descr="A person with a grey background&#10;&#10;AI-generated content may be incorrect.">
            <a:extLst>
              <a:ext uri="{FF2B5EF4-FFF2-40B4-BE49-F238E27FC236}">
                <a16:creationId xmlns:a16="http://schemas.microsoft.com/office/drawing/2014/main" id="{99979D76-6B1B-12BC-3620-2E427E50B0F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81" r="11081"/>
          <a:stretch/>
        </p:blipFill>
        <p:spPr>
          <a:xfrm>
            <a:off x="929640" y="3429000"/>
            <a:ext cx="1371600" cy="1762125"/>
          </a:xfrm>
          <a:prstGeom prst="rect">
            <a:avLst/>
          </a:prstGeom>
        </p:spPr>
      </p:pic>
      <p:pic>
        <p:nvPicPr>
          <p:cNvPr id="15" name="Picture 14" descr="A person in a suit&#10;&#10;AI-generated content may be incorrect.">
            <a:extLst>
              <a:ext uri="{FF2B5EF4-FFF2-40B4-BE49-F238E27FC236}">
                <a16:creationId xmlns:a16="http://schemas.microsoft.com/office/drawing/2014/main" id="{AE18FAC2-D7A3-B195-9F1C-8A00B918BCD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33" t="7413" r="16399"/>
          <a:stretch/>
        </p:blipFill>
        <p:spPr>
          <a:xfrm>
            <a:off x="3875314" y="3428999"/>
            <a:ext cx="1371602" cy="1762125"/>
          </a:xfrm>
          <a:prstGeom prst="rect">
            <a:avLst/>
          </a:prstGeom>
        </p:spPr>
      </p:pic>
      <p:pic>
        <p:nvPicPr>
          <p:cNvPr id="3" name="Picture 2" descr="Two dogs sitting in a grassy field&#10;&#10;AI-generated content may be incorrect.">
            <a:extLst>
              <a:ext uri="{FF2B5EF4-FFF2-40B4-BE49-F238E27FC236}">
                <a16:creationId xmlns:a16="http://schemas.microsoft.com/office/drawing/2014/main" id="{1CF195B4-7CD9-A4AB-F179-D1502C01725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250" t="22190" r="6883" b="953"/>
          <a:stretch/>
        </p:blipFill>
        <p:spPr>
          <a:xfrm>
            <a:off x="7098574" y="1595436"/>
            <a:ext cx="1371600" cy="1762125"/>
          </a:xfrm>
          <a:prstGeom prst="rect">
            <a:avLst/>
          </a:prstGeom>
        </p:spPr>
      </p:pic>
      <p:pic>
        <p:nvPicPr>
          <p:cNvPr id="4" name="Picture 3" descr="Two dogs sitting in a grassy field&#10;&#10;AI-generated content may be incorrect.">
            <a:extLst>
              <a:ext uri="{FF2B5EF4-FFF2-40B4-BE49-F238E27FC236}">
                <a16:creationId xmlns:a16="http://schemas.microsoft.com/office/drawing/2014/main" id="{D08B3D56-4AC1-42A8-5330-A658E81CF74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27" t="11328" r="58165" b="45148"/>
          <a:stretch/>
        </p:blipFill>
        <p:spPr>
          <a:xfrm>
            <a:off x="5348152" y="3428999"/>
            <a:ext cx="1371600" cy="1762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24202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陳俊嘉</dc:creator>
  <cp:lastModifiedBy>陳俊嘉</cp:lastModifiedBy>
  <cp:revision>2</cp:revision>
  <dcterms:created xsi:type="dcterms:W3CDTF">2025-08-24T13:26:34Z</dcterms:created>
  <dcterms:modified xsi:type="dcterms:W3CDTF">2025-08-24T13:33:34Z</dcterms:modified>
</cp:coreProperties>
</file>